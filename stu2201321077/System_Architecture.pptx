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118502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3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4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60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261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77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9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84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36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4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447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998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49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24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66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96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89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13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aw-path-one.vercel.ap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sz="2500" dirty="0"/>
              <a:t>The project follows a classic web-based client-server architecture.</a:t>
            </a:r>
          </a:p>
          <a:p>
            <a:endParaRPr sz="2500" dirty="0"/>
          </a:p>
          <a:p>
            <a:r>
              <a:rPr sz="2500" dirty="0"/>
              <a:t>Main components:</a:t>
            </a:r>
          </a:p>
          <a:p>
            <a:r>
              <a:rPr sz="2500" dirty="0"/>
              <a:t>• Web Frontend (Client)</a:t>
            </a:r>
          </a:p>
          <a:p>
            <a:r>
              <a:rPr sz="2500" dirty="0"/>
              <a:t>• REST Backend API</a:t>
            </a:r>
          </a:p>
          <a:p>
            <a:r>
              <a:rPr sz="2500" dirty="0"/>
              <a:t>• Relational Database</a:t>
            </a:r>
          </a:p>
          <a:p>
            <a:endParaRPr sz="2500" dirty="0"/>
          </a:p>
          <a:p>
            <a:r>
              <a:rPr sz="2500" dirty="0"/>
              <a:t>Architecture is designed for scalability, maintainability, and clear separation of concerns.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Technology stack:</a:t>
            </a:r>
          </a:p>
          <a:p>
            <a:r>
              <a:rPr dirty="0"/>
              <a:t>• </a:t>
            </a:r>
            <a:r>
              <a:rPr dirty="0" err="1"/>
              <a:t>Vite</a:t>
            </a:r>
            <a:r>
              <a:rPr dirty="0"/>
              <a:t> + React</a:t>
            </a:r>
          </a:p>
          <a:p>
            <a:r>
              <a:rPr dirty="0"/>
              <a:t>• </a:t>
            </a:r>
            <a:r>
              <a:rPr dirty="0" err="1"/>
              <a:t>TypeScript</a:t>
            </a:r>
            <a:endParaRPr dirty="0"/>
          </a:p>
          <a:p>
            <a:endParaRPr dirty="0"/>
          </a:p>
          <a:p>
            <a:r>
              <a:rPr dirty="0"/>
              <a:t>Responsibilities:</a:t>
            </a:r>
          </a:p>
          <a:p>
            <a:r>
              <a:rPr dirty="0"/>
              <a:t>• User interface and user experience</a:t>
            </a:r>
          </a:p>
          <a:p>
            <a:r>
              <a:rPr dirty="0"/>
              <a:t>• Authentication flow handling</a:t>
            </a:r>
          </a:p>
          <a:p>
            <a:r>
              <a:rPr dirty="0"/>
              <a:t>• Wizard-based support case creation</a:t>
            </a:r>
          </a:p>
          <a:p>
            <a:r>
              <a:rPr dirty="0"/>
              <a:t>• Chat UI and case status visualization</a:t>
            </a:r>
          </a:p>
          <a:p>
            <a:endParaRPr dirty="0"/>
          </a:p>
          <a:p>
            <a:r>
              <a:rPr dirty="0"/>
              <a:t>Frontend communicates with backend via REST APIs.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t>Technology stack:</a:t>
            </a:r>
          </a:p>
          <a:p>
            <a:r>
              <a:t>• NestJS (Node.js)</a:t>
            </a:r>
          </a:p>
          <a:p>
            <a:r>
              <a:t>• RESTful API</a:t>
            </a:r>
          </a:p>
          <a:p>
            <a:endParaRPr/>
          </a:p>
          <a:p>
            <a:r>
              <a:t>Responsibilities:</a:t>
            </a:r>
          </a:p>
          <a:p>
            <a:r>
              <a:t>• Authentication &amp; authorization</a:t>
            </a:r>
          </a:p>
          <a:p>
            <a:r>
              <a:t>• Business logic for support cases</a:t>
            </a:r>
          </a:p>
          <a:p>
            <a:r>
              <a:t>• Case assignment and status management</a:t>
            </a:r>
          </a:p>
          <a:p>
            <a:r>
              <a:t>• Chat message handling</a:t>
            </a:r>
          </a:p>
          <a:p>
            <a:endParaRPr/>
          </a:p>
          <a:p>
            <a:r>
              <a:t>Layered architecture: Controllers, Services, Modules.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Database:</a:t>
            </a:r>
          </a:p>
          <a:p>
            <a:r>
              <a:t>• PostgreSQL hosted on Neon</a:t>
            </a:r>
          </a:p>
          <a:p>
            <a:endParaRPr/>
          </a:p>
          <a:p>
            <a:r>
              <a:t>Core entities:</a:t>
            </a:r>
          </a:p>
          <a:p>
            <a:r>
              <a:t>• Users (Kitten / Guardian)</a:t>
            </a:r>
          </a:p>
          <a:p>
            <a:r>
              <a:t>• Support Cases</a:t>
            </a:r>
          </a:p>
          <a:p>
            <a:r>
              <a:t>• Case Statuses</a:t>
            </a:r>
          </a:p>
          <a:p>
            <a:r>
              <a:t>• Chat Messages</a:t>
            </a:r>
          </a:p>
          <a:p>
            <a:endParaRPr/>
          </a:p>
          <a:p>
            <a:r>
              <a:t>Relational model ensures data integrity and consistency.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Deployment &amp;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Hosting:</a:t>
            </a:r>
          </a:p>
          <a:p>
            <a:r>
              <a:rPr dirty="0"/>
              <a:t>• Frontend: </a:t>
            </a:r>
            <a:r>
              <a:rPr dirty="0" err="1"/>
              <a:t>Vercel</a:t>
            </a:r>
            <a:endParaRPr dirty="0"/>
          </a:p>
          <a:p>
            <a:r>
              <a:rPr dirty="0"/>
              <a:t>• Backend: </a:t>
            </a:r>
            <a:r>
              <a:rPr dirty="0" err="1"/>
              <a:t>Vercel</a:t>
            </a:r>
            <a:endParaRPr dirty="0"/>
          </a:p>
          <a:p>
            <a:r>
              <a:rPr dirty="0"/>
              <a:t>• Database: Neon (PostgreSQL)</a:t>
            </a:r>
          </a:p>
          <a:p>
            <a:endParaRPr dirty="0"/>
          </a:p>
          <a:p>
            <a:r>
              <a:rPr dirty="0"/>
              <a:t>Communication:</a:t>
            </a:r>
          </a:p>
          <a:p>
            <a:r>
              <a:rPr dirty="0"/>
              <a:t>• HTTPS between frontend and backend</a:t>
            </a:r>
          </a:p>
          <a:p>
            <a:r>
              <a:rPr dirty="0"/>
              <a:t>• Secure database connections</a:t>
            </a:r>
          </a:p>
          <a:p>
            <a:endParaRPr dirty="0"/>
          </a:p>
          <a:p>
            <a:r>
              <a:rPr dirty="0"/>
              <a:t>System is deployed in a public environment and ready for real usage</a:t>
            </a:r>
            <a:r>
              <a:rPr dirty="0" smtClean="0"/>
              <a:t>.</a:t>
            </a:r>
            <a:r>
              <a:rPr lang="en-US"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://paw-path-one.vercel.app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> 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5</TotalTime>
  <Words>211</Words>
  <Application>Microsoft Office PowerPoint</Application>
  <PresentationFormat>On-screen Show (4:3)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Corbel</vt:lpstr>
      <vt:lpstr>Parallax</vt:lpstr>
      <vt:lpstr>System Architecture – Overview</vt:lpstr>
      <vt:lpstr>Frontend Architecture</vt:lpstr>
      <vt:lpstr>Backend Architecture</vt:lpstr>
      <vt:lpstr>Database Architecture</vt:lpstr>
      <vt:lpstr>Deployment &amp; Infrastructure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Architecture – Overview</dc:title>
  <dc:subject/>
  <dc:creator/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2026-01-17T22:04:55Z</dcterms:modified>
  <cp:category/>
</cp:coreProperties>
</file>